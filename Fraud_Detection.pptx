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667500" y="0"/>
            <a:ext cx="116205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2060" y="911676"/>
            <a:ext cx="8572500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ATTEMPT</a:t>
            </a:r>
            <a:endParaRPr lang="en-US" sz="6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ANALYZER</a:t>
            </a:r>
            <a:endParaRPr lang="en-US" sz="6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36" y="3437592"/>
            <a:ext cx="1524000" cy="571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33618" y="3725647"/>
            <a:ext cx="714375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F9C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advanced analytics platform designed to analyze system logs, track successful and failed authentications, and detect potential security breaches and brute-force attacks.</a:t>
            </a:r>
            <a:endParaRPr lang="en-US" sz="165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34" y="5143510"/>
            <a:ext cx="7169115" cy="48271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68775" y="9257871"/>
            <a:ext cx="3351657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9C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Year: 2025-2026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9C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Kadapa, Andhra Pradesh, India</a:t>
            </a:r>
            <a:endParaRPr lang="en-US" sz="15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8572500" y="0"/>
            <a:ext cx="9715500" cy="1028700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0"/>
            <a:ext cx="2857500" cy="102870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07834" y="2727160"/>
            <a:ext cx="714375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Security Monitoring &amp; Intrusion Detection Dashboard</a:t>
            </a:r>
            <a:endParaRPr lang="en-US" sz="1950" dirty="0"/>
          </a:p>
        </p:txBody>
      </p:sp>
      <p:sp>
        <p:nvSpPr>
          <p:cNvPr id="12" name="Text 4"/>
          <p:cNvSpPr/>
          <p:nvPr/>
        </p:nvSpPr>
        <p:spPr>
          <a:xfrm>
            <a:off x="1117216" y="5583936"/>
            <a:ext cx="6127518" cy="1903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31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BY</a:t>
            </a:r>
            <a:endParaRPr lang="en-US" sz="2331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233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Busetty Balasubramanyam</a:t>
            </a:r>
            <a:endParaRPr lang="en-US" sz="2331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2331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NUMBER</a:t>
            </a:r>
            <a:endParaRPr lang="en-US" sz="2331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2331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239Y1A0536</a:t>
            </a:r>
            <a:endParaRPr lang="en-US" sz="2331" dirty="0"/>
          </a:p>
        </p:txBody>
      </p:sp>
      <p:sp>
        <p:nvSpPr>
          <p:cNvPr id="13" name="Text 5"/>
          <p:cNvSpPr/>
          <p:nvPr/>
        </p:nvSpPr>
        <p:spPr>
          <a:xfrm>
            <a:off x="1153030" y="7569156"/>
            <a:ext cx="5312359" cy="148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6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&amp; COLLEGE</a:t>
            </a:r>
            <a:endParaRPr lang="en-US" sz="1464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6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Dept. of Computer Science and Engineering</a:t>
            </a:r>
            <a:endParaRPr lang="en-US" sz="1464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6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KSRM College of Engineering</a:t>
            </a:r>
            <a:endParaRPr lang="en-US" sz="1464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6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YEAR</a:t>
            </a:r>
            <a:endParaRPr lang="en-US" sz="1464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64" b="1" dirty="0">
                <a:solidFill>
                  <a:srgbClr val="007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pPr algn="l" indent="0" marL="0">
              <a:lnSpc>
                <a:spcPct val="160000"/>
              </a:lnSpc>
              <a:buNone/>
            </a:pPr>
            <a:r>
              <a:rPr lang="en-US" sz="1464" b="1" dirty="0">
                <a:solidFill>
                  <a:srgbClr val="007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pPr algn="l" indent="0" marL="0">
              <a:lnSpc>
                <a:spcPct val="160000"/>
              </a:lnSpc>
              <a:buNone/>
            </a:pPr>
            <a:r>
              <a:rPr lang="en-US" sz="1464" b="1" dirty="0">
                <a:solidFill>
                  <a:srgbClr val="007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5-202</a:t>
            </a:r>
            <a:pPr algn="l" indent="0" marL="0">
              <a:lnSpc>
                <a:spcPct val="160000"/>
              </a:lnSpc>
              <a:buNone/>
            </a:pPr>
            <a:r>
              <a:rPr lang="en-US" sz="1464" b="1" dirty="0">
                <a:solidFill>
                  <a:srgbClr val="007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381000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GOALS &amp; SCOPE</a:t>
            </a:r>
            <a:endParaRPr lang="en-US" sz="1725" dirty="0"/>
          </a:p>
        </p:txBody>
      </p:sp>
      <p:sp>
        <p:nvSpPr>
          <p:cNvPr id="3" name="Text 1"/>
          <p:cNvSpPr/>
          <p:nvPr/>
        </p:nvSpPr>
        <p:spPr>
          <a:xfrm>
            <a:off x="1047331" y="1757363"/>
            <a:ext cx="7620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67000"/>
            <a:ext cx="3714750" cy="5143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2667000"/>
            <a:ext cx="3714750" cy="51435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2667000"/>
            <a:ext cx="3714750" cy="51435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0" y="2667000"/>
            <a:ext cx="3714750" cy="51435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3048000"/>
            <a:ext cx="952500" cy="95250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0" y="3048000"/>
            <a:ext cx="952500" cy="95250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3048000"/>
            <a:ext cx="952500" cy="95250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1250" y="3048000"/>
            <a:ext cx="952500" cy="95250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524000" y="4381500"/>
            <a:ext cx="3094692" cy="2390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RECORDS ANALYSIS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Ingest, parse, and systematically audit raw login authentication activity records from standard RBA datasets to establish historical benchmarks.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5619750" y="4381500"/>
            <a:ext cx="2952750" cy="2390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SEGREGATION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Accurately calculate ratios and counts of successful vs. failed login attempts, establishing standard threshold parameters for baseline validation.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9715500" y="4381500"/>
            <a:ext cx="2952750" cy="2076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00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DETECTION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flag high-frequency anomalous sessions, identify password spraying or brute force attacks, and pinpoint threat actors.</a:t>
            </a:r>
            <a:endParaRPr lang="en-US" sz="1200" dirty="0"/>
          </a:p>
        </p:txBody>
      </p:sp>
      <p:sp>
        <p:nvSpPr>
          <p:cNvPr id="15" name="Text 5"/>
          <p:cNvSpPr/>
          <p:nvPr/>
        </p:nvSpPr>
        <p:spPr>
          <a:xfrm>
            <a:off x="13811250" y="4381500"/>
            <a:ext cx="2952750" cy="2076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ANALYTICS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 complex security logs into clean graphical dashboard monitors with real-time analytics to improve situational awareness.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67000"/>
            <a:ext cx="3048000" cy="2190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0" y="29527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428750" y="3429000"/>
            <a:ext cx="2476500" cy="561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F9C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development engine used for writing robust data pipelines, analytics, and security threat detection models.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382000" y="29527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143500"/>
            <a:ext cx="3048000" cy="2190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8750" y="54292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28750" y="5905500"/>
            <a:ext cx="2476500" cy="561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F9C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low-level structural plotting mechanics for generating dynamic bar, line, and pie chart layouts.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0" y="4238625"/>
            <a:ext cx="4667250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96750" y="6000750"/>
            <a:ext cx="1333500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endParaRPr lang="en-US" sz="825" dirty="0"/>
          </a:p>
        </p:txBody>
      </p:sp>
      <p:sp>
        <p:nvSpPr>
          <p:cNvPr id="11" name="Text 6"/>
          <p:cNvSpPr/>
          <p:nvPr/>
        </p:nvSpPr>
        <p:spPr>
          <a:xfrm>
            <a:off x="13716000" y="6000750"/>
            <a:ext cx="1333500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TYPE</a:t>
            </a:r>
            <a:endParaRPr lang="en-US" sz="825" dirty="0"/>
          </a:p>
        </p:txBody>
      </p:sp>
      <p:sp>
        <p:nvSpPr>
          <p:cNvPr id="12" name="Text 7"/>
          <p:cNvSpPr/>
          <p:nvPr/>
        </p:nvSpPr>
        <p:spPr>
          <a:xfrm>
            <a:off x="13716000" y="6238875"/>
            <a:ext cx="1333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Logs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5335250" y="6000750"/>
            <a:ext cx="1333500" cy="161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MODE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15335250" y="6238875"/>
            <a:ext cx="1333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Batch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43000" y="1333500"/>
            <a:ext cx="7620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&amp; DATASET</a:t>
            </a:r>
            <a:endParaRPr lang="en-US" sz="3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667000"/>
            <a:ext cx="4191000" cy="4857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28321" y="3048000"/>
            <a:ext cx="3524402" cy="3733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3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DATASET</a:t>
            </a:r>
            <a:endParaRPr lang="en-US" sz="153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rba-dataset.csv</a:t>
            </a:r>
            <a:endParaRPr lang="en-US" sz="153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3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target dataset contains extensive real-world authentication log files designed for training Risk-Based Authentication (RBA) models.</a:t>
            </a:r>
            <a:endParaRPr lang="en-US" sz="153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53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PARAMETERS EXAMINED</a:t>
            </a:r>
            <a:endParaRPr lang="en-US" sz="153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5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IP &amp; Geolocation Indexes</a:t>
            </a:r>
            <a:endParaRPr lang="en-US" sz="153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5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Fingerprints &amp; Browsers</a:t>
            </a:r>
            <a:endParaRPr lang="en-US" sz="153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5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Timestamps (Time of Day)</a:t>
            </a:r>
            <a:endParaRPr lang="en-US" sz="153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53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Multi-Factor &amp; Auth Success Flags</a:t>
            </a:r>
            <a:endParaRPr lang="en-US" sz="153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667000"/>
            <a:ext cx="3524250" cy="228600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2952750"/>
            <a:ext cx="381000" cy="381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76950" y="3028950"/>
            <a:ext cx="2286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6572250" y="2952750"/>
            <a:ext cx="1905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000750" y="3524250"/>
            <a:ext cx="295275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the main logical backbone and programming framework for parsing raw login sequences.</a:t>
            </a:r>
            <a:endParaRPr lang="en-US" sz="13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2667000"/>
            <a:ext cx="3524250" cy="228600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750" y="2952750"/>
            <a:ext cx="381000" cy="3810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886950" y="3028950"/>
            <a:ext cx="2286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</a:t>
            </a:r>
            <a:endParaRPr lang="en-US" sz="1050" dirty="0"/>
          </a:p>
        </p:txBody>
      </p:sp>
      <p:sp>
        <p:nvSpPr>
          <p:cNvPr id="26" name="Text 16"/>
          <p:cNvSpPr/>
          <p:nvPr/>
        </p:nvSpPr>
        <p:spPr>
          <a:xfrm>
            <a:off x="10382250" y="2952750"/>
            <a:ext cx="1905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9810750" y="3524250"/>
            <a:ext cx="295275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Utilized for intensive tabular logs clean-up, structure formation, and analytical data filtering.</a:t>
            </a:r>
            <a:endParaRPr lang="en-US" sz="13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0" y="2667000"/>
            <a:ext cx="3524250" cy="228600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0750" y="2952750"/>
            <a:ext cx="381000" cy="3810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3696950" y="3028950"/>
            <a:ext cx="2286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</a:t>
            </a:r>
            <a:endParaRPr lang="en-US" sz="1050" dirty="0"/>
          </a:p>
        </p:txBody>
      </p:sp>
      <p:sp>
        <p:nvSpPr>
          <p:cNvPr id="31" name="Text 19"/>
          <p:cNvSpPr/>
          <p:nvPr/>
        </p:nvSpPr>
        <p:spPr>
          <a:xfrm>
            <a:off x="14192250" y="2952750"/>
            <a:ext cx="1905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NumPy</a:t>
            </a:r>
            <a:endParaRPr lang="en-US" sz="1350" dirty="0"/>
          </a:p>
        </p:txBody>
      </p:sp>
      <p:sp>
        <p:nvSpPr>
          <p:cNvPr id="32" name="Text 20"/>
          <p:cNvSpPr/>
          <p:nvPr/>
        </p:nvSpPr>
        <p:spPr>
          <a:xfrm>
            <a:off x="13620750" y="3524250"/>
            <a:ext cx="2952750" cy="96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high-speed array processing, multi-factor calculations, and numerical formatting.</a:t>
            </a:r>
            <a:endParaRPr lang="en-US" sz="13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5238750"/>
            <a:ext cx="3524250" cy="2286000"/>
          </a:xfrm>
          <a:prstGeom prst="rect">
            <a:avLst/>
          </a:prstGeom>
        </p:spPr>
      </p:pic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0750" y="5524500"/>
            <a:ext cx="381000" cy="38100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076950" y="5600700"/>
            <a:ext cx="2286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</a:t>
            </a:r>
            <a:endParaRPr lang="en-US" sz="1050" dirty="0"/>
          </a:p>
        </p:txBody>
      </p:sp>
      <p:sp>
        <p:nvSpPr>
          <p:cNvPr id="36" name="Text 22"/>
          <p:cNvSpPr/>
          <p:nvPr/>
        </p:nvSpPr>
        <p:spPr>
          <a:xfrm>
            <a:off x="6572250" y="5524500"/>
            <a:ext cx="1905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Matplotlib</a:t>
            </a:r>
            <a:endParaRPr lang="en-US" sz="1350" dirty="0"/>
          </a:p>
        </p:txBody>
      </p:sp>
      <p:sp>
        <p:nvSpPr>
          <p:cNvPr id="37" name="Text 23"/>
          <p:cNvSpPr/>
          <p:nvPr/>
        </p:nvSpPr>
        <p:spPr>
          <a:xfrm>
            <a:off x="6000750" y="6096000"/>
            <a:ext cx="295275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Drives key visual diagram creation for time-series analysis and core security trend lines.</a:t>
            </a:r>
            <a:endParaRPr lang="en-US" sz="135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5238750"/>
            <a:ext cx="3524250" cy="2286000"/>
          </a:xfrm>
          <a:prstGeom prst="rect">
            <a:avLst/>
          </a:prstGeom>
        </p:spPr>
      </p:pic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0750" y="5524500"/>
            <a:ext cx="381000" cy="3810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9886950" y="5600700"/>
            <a:ext cx="2286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</a:t>
            </a:r>
            <a:endParaRPr lang="en-US" sz="1050" dirty="0"/>
          </a:p>
        </p:txBody>
      </p:sp>
      <p:sp>
        <p:nvSpPr>
          <p:cNvPr id="41" name="Text 25"/>
          <p:cNvSpPr/>
          <p:nvPr/>
        </p:nvSpPr>
        <p:spPr>
          <a:xfrm>
            <a:off x="10382250" y="5524500"/>
            <a:ext cx="1905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Seaborn</a:t>
            </a:r>
            <a:endParaRPr lang="en-US" sz="1350" dirty="0"/>
          </a:p>
        </p:txBody>
      </p:sp>
      <p:sp>
        <p:nvSpPr>
          <p:cNvPr id="42" name="Text 26"/>
          <p:cNvSpPr/>
          <p:nvPr/>
        </p:nvSpPr>
        <p:spPr>
          <a:xfrm>
            <a:off x="9810750" y="6096000"/>
            <a:ext cx="295275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advanced, aesthetically polished heatmaps and clustered distributions.</a:t>
            </a:r>
            <a:endParaRPr lang="en-US" sz="135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35000" y="5238750"/>
            <a:ext cx="3524250" cy="2286000"/>
          </a:xfrm>
          <a:prstGeom prst="rect">
            <a:avLst/>
          </a:prstGeom>
        </p:spPr>
      </p:pic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20750" y="5524500"/>
            <a:ext cx="381000" cy="381000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13696950" y="5600700"/>
            <a:ext cx="2286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Jn</a:t>
            </a:r>
            <a:endParaRPr lang="en-US" sz="1050" dirty="0"/>
          </a:p>
        </p:txBody>
      </p:sp>
      <p:sp>
        <p:nvSpPr>
          <p:cNvPr id="46" name="Text 28"/>
          <p:cNvSpPr/>
          <p:nvPr/>
        </p:nvSpPr>
        <p:spPr>
          <a:xfrm>
            <a:off x="14192250" y="5524500"/>
            <a:ext cx="1905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Jupyter</a:t>
            </a:r>
            <a:endParaRPr lang="en-US" sz="1350" dirty="0"/>
          </a:p>
        </p:txBody>
      </p:sp>
      <p:sp>
        <p:nvSpPr>
          <p:cNvPr id="47" name="Text 29"/>
          <p:cNvSpPr/>
          <p:nvPr/>
        </p:nvSpPr>
        <p:spPr>
          <a:xfrm>
            <a:off x="13620750" y="6096000"/>
            <a:ext cx="295275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Acts as the collaborative playground for iterative block testing and inline model validation.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333500"/>
            <a:ext cx="7620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METHODOLOGY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29000"/>
            <a:ext cx="2667000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8750" y="3714750"/>
            <a:ext cx="2095500" cy="2200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INGESTION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csv login event metrics are processed, structured, and read into data-frames.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3429000"/>
            <a:ext cx="2667000" cy="3429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62500" y="3714750"/>
            <a:ext cx="2095500" cy="2200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Scrubbing corrupt records, grouping variables, and vectorizing auth logs.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3429000"/>
            <a:ext cx="2667000" cy="3429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96250" y="3714750"/>
            <a:ext cx="2095500" cy="2200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00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PARSING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Flagging high-frequency threat models, session hijack spikes, and brute forces.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50" y="3429000"/>
            <a:ext cx="2667000" cy="3429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430000" y="3714750"/>
            <a:ext cx="20955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CHARTING RESULTS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Synthesizing complex multi-factor analytical metrics into clean plot curves.</a:t>
            </a:r>
            <a:endParaRPr lang="en-US" sz="16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0" y="3429000"/>
            <a:ext cx="2667000" cy="3429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763750" y="3714750"/>
            <a:ext cx="2095500" cy="1885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OUT</a:t>
            </a:r>
            <a:endParaRPr lang="en-US" sz="16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Rendering graphics on an interactive local interface console dashboard.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67000"/>
            <a:ext cx="10001250" cy="5715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" y="0"/>
            <a:ext cx="18289715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3000" y="952500"/>
            <a:ext cx="38100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SYSTEM IN ACTION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1143000" y="1333500"/>
            <a:ext cx="762000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 DASHBOARD &amp; OUTPUT</a:t>
            </a:r>
            <a:endParaRPr lang="en-US" sz="3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3351" y="-6981055"/>
            <a:ext cx="9144000" cy="4938427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260" y="-10203800"/>
            <a:ext cx="9144000" cy="4938427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9963" y="2667629"/>
            <a:ext cx="12894374" cy="69921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381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7620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RESULTS &amp; METRICS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2286000"/>
            <a:ext cx="3619500" cy="58483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286000"/>
            <a:ext cx="3619500" cy="58483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47800" y="2781300"/>
            <a:ext cx="304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EVENTS PARSED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1,482,930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full RBA dataset integrity validation across historical windows.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286000"/>
            <a:ext cx="3638483" cy="5715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058900" y="2781300"/>
            <a:ext cx="304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LOGINS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1,248,302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84.18% standard authorized user sessions mapped and verified.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600700" y="2781300"/>
            <a:ext cx="3048000" cy="14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ATTEMPTS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234,628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15.82% validation system rejections, primarily harmless user typos.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050" y="2286000"/>
            <a:ext cx="3619500" cy="58483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53600" y="2781300"/>
            <a:ext cx="3048000" cy="1762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00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ATTACK ATTEMPTS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00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8,924</a:t>
            </a:r>
            <a:endParaRPr lang="en-US" sz="16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0.60% categorized as malicious threats (brute force and IP spraying).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38100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OBSERVATIONS &amp; WRAPUP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76200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CONCLUSION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" y="2667000"/>
            <a:ext cx="14967014" cy="4789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57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ANALYSIS &amp; INTRUSION DETECTION</a:t>
            </a:r>
            <a:endParaRPr lang="en-US" sz="2357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235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Login Attempt Analyzer successfully processed raw logs, calculated baseline thresholds, and accurately classified behavioral risk categories. Critical anomalous event patterns were isolated and highlighted seamlessly.</a:t>
            </a:r>
            <a:endParaRPr lang="en-US" sz="2357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2357" b="1" dirty="0">
                <a:solidFill>
                  <a:srgbClr val="007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&amp; PROFESSIONAL GROWTH</a:t>
            </a:r>
            <a:endParaRPr lang="en-US" sz="2357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235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this architecture expanded core capabilities across: </a:t>
            </a:r>
            <a:endParaRPr lang="en-US" sz="2357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35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tabular log manipulation using Python Pandas</a:t>
            </a:r>
            <a:endParaRPr lang="en-US" sz="2357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35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 mathematical sorting utilizing NumPy</a:t>
            </a:r>
            <a:endParaRPr lang="en-US" sz="2357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35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Beautiful data story modeling via Seaborn &amp; Matplotlib</a:t>
            </a:r>
            <a:endParaRPr lang="en-US" sz="2357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35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Tactical security threat surface scanning methodology</a:t>
            </a:r>
            <a:endParaRPr lang="en-US" sz="2357" dirty="0"/>
          </a:p>
        </p:txBody>
      </p:sp>
      <p:sp>
        <p:nvSpPr>
          <p:cNvPr id="5" name="Text 3"/>
          <p:cNvSpPr/>
          <p:nvPr/>
        </p:nvSpPr>
        <p:spPr>
          <a:xfrm>
            <a:off x="1143000" y="9144000"/>
            <a:ext cx="76200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 BUSETTY BALASUBRAMANYAM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937d5946-106e-4cb3-a542-5eb84e328b5e</dc:title>
  <dc:subject>Presentation Export</dc:subject>
  <dc:creator>Design Export</dc:creator>
  <cp:lastModifiedBy>Design Export</cp:lastModifiedBy>
  <cp:revision>1</cp:revision>
  <dcterms:created xsi:type="dcterms:W3CDTF">2026-06-14T15:09:14Z</dcterms:created>
  <dcterms:modified xsi:type="dcterms:W3CDTF">2026-06-14T15:09:14Z</dcterms:modified>
</cp:coreProperties>
</file>